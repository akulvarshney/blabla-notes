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E15A1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AKUL VARSHNEY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| AI/ML Engineer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C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Systems Background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13533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34290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years building production AI/ML &amp; GenAI systems — NLP pipelines, LLM-based extraction, and applied computer vision.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multi-agent AI pipelines (LangGraph, LangChain) with LLMs (Azure OpenAI GPT-4o, Anthropic Claude) for document intelligence, classification and automated reasoning.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data foundations — vector embeddings (ChromaDB), PostgreSQL, audit logging — for semantic search and structured extraction at scale.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ML/AI systems from prototype to production, including Human-in-the-Loop review and evaluation workflows.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36118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" y="3904488"/>
            <a:ext cx="3429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&amp; GenAI: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GPT-4o, Anthropic Claude, Llama 3 (Ollama), LangChain, LangGraph, XGBoost, Deep Learning, Prompt Engineering, Agentic AI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ChromaDB (vector embeddings), MongoDB, Redis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full-stack capable: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FastAPI, Node.js, React.js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DevOps: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Azure, GCP, Docker, CI/CD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51206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Credentials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" y="541324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Information Technology — Amity University, Noida (2019–2023), CGPA 8.03/10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587044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Certifications &amp; Recognition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0040" y="614476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— Cloud Foundations · AI-First Product Management (Airtribe, in progress) · Achiever's Award for Research Contribution · Published: Emerald, Springer, IEEE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51960" y="274320"/>
            <a:ext cx="76196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15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Engagements and Assignments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251960" y="658368"/>
            <a:ext cx="7619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AI/ML and full-stack engineering across enterprise platforms — from multi-agent GenAI pipelines to production-scale distributed systems.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51960" y="1261872"/>
            <a:ext cx="7619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E1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AI Claims Intelligence Platform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51960" y="1536192"/>
            <a:ext cx="7619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a multi-agent NLP pipeline (LangGraph, LangChain) to classify and extract structured data from heterogeneous claim documents, powered by Azure OpenAI GPT-4o for anomaly detection, narrative summarisation and policy-compliance reasoning.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vector embedding store (ChromaDB) for semantic search over policy data, alongside PostgreSQL schemas for structured extracted data and an immutable audit log; built an XGBoost-based anomaly-detection model to flag cost/date outliers for cross-document validation, routing exceptions to a Human-in-the-Loop review queue.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51960" y="2468880"/>
            <a:ext cx="7619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E1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AI Multi-Agent Orchestration Platform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51960" y="2743200"/>
            <a:ext cx="7619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architecture of an AI-driven multi-agent orchestration framework, transforming a click-based vendor portal into a conversational, NLP-driven workflow engine.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 conversational chatbot assistant — backed by Llama 3 (self-hosted via Ollama) alongside cloud LLMs — enabling natural-language interaction with complex backend workflows, improving task execution speed and reducing onboarding friction.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51960" y="3675888"/>
            <a:ext cx="7619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E1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GenAI Invoice Extraction &amp; RFQ Copilot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251960" y="3950208"/>
            <a:ext cx="7619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production GenAI features using Anthropic Claude via the Anthropic SDK — developed and tuned an extraction pipeline for invoices and an RFQ copilot — with grounded responses and output guardrails to reduce hallucination risk.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prompt engineering to convert unstructured vendor documents into clean, structured data feeding downstream compliance workflows.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51960" y="4882896"/>
            <a:ext cx="7619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E1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Real-Time Facial Emotion Recognition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51960" y="5157216"/>
            <a:ext cx="7619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real-time facial emotion detection model and deployed it using Flask, processing live video streamed through WebSockets.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the model into a live interview platform alongside automated code evaluation (GitHub integration and test pipelines), reducing manual assessment work.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51960" y="6135624"/>
            <a:ext cx="6248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comfortable owning delivery end-to-end (Node.js, React, FastAPI) when a project calls for full-stack ownership alongside the model.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2026-08-25T09:57:27Z</dcterms:created>
  <dcterms:modified xsi:type="dcterms:W3CDTF">2026-08-25T09:57:27Z</dcterms:modified>
</cp:coreProperties>
</file>